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Node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D9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Flight Booking Management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Database-driven flight booking with MySQL, Java &amp; modern web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Punya Vasistha  ·  2502051140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Anusha Bhalla  ·  2502051148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Krishna Kumar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CSE  ·  Manipal University Jaipur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7A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a flight booking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7A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design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7A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157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157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model, schema, constraints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5968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7A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596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 &amp; Views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2596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Schedules, payments, helper views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7A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console, REST API, frontend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474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7A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Demo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and key outcomes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7A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37760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and next steps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scattered bookings to a reliable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2588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109728" cy="3200400"/>
          </a:xfrm>
          <a:prstGeom prst="rect">
            <a:avLst/>
          </a:prstGeom>
          <a:solidFill>
            <a:srgbClr val="5F7A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unified view of flights &amp; availability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Manual seat tracking is error-prone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Hard to search by route or date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reliable booking / payment history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Difficult to cancel or audit bookings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32588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25880"/>
            <a:ext cx="109728" cy="3200400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B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Design ER model → relational schema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Implement MySQL with full constraints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Daily flight schedules &amp; seat capacity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Java REST API + console application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Browser UI for search, book &amp; cancel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97480" cy="64008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HTML5 · CSS3 · 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Search &amp; seat 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Multi-step booking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Dashboard tables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3716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71600"/>
            <a:ext cx="2697480" cy="640080"/>
          </a:xfrm>
          <a:prstGeom prst="rect">
            <a:avLst/>
          </a:prstGeom>
          <a:solidFill>
            <a:srgbClr val="5F7A61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JDK HttpServer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REST JSON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JDBC + Connector/J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Console app (CLI)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371600"/>
            <a:ext cx="2697480" cy="64008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4+ core tables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Schedules &amp; payments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Helper views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PK / FK / CHECK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tables · normalised to 3NF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109728" cy="685800"/>
          </a:xfrm>
          <a:prstGeom prst="rect">
            <a:avLst/>
          </a:prstGeom>
          <a:solidFill>
            <a:srgbClr val="5F7A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airline_id · name · country · iata_code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airlines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57400"/>
            <a:ext cx="109728" cy="685800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flight_id · number · route · times · capacity · price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seed + daily instances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109728" cy="685800"/>
          </a:xfrm>
          <a:prstGeom prst="rect">
            <a:avLst/>
          </a:prstGeom>
          <a:solidFill>
            <a:srgbClr val="5F7A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0896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passenger_id · name · email · phone · DOB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sample passengers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11880"/>
            <a:ext cx="109728" cy="685800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0896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booking_id · pax · flight · seat · status · amount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3703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sample bookings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 &amp; VIEWS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Schedules, payments, helper views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2588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FlightSchedules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templates with dep/arr times, capacity, base price, days_of_week. Procedure generates instances for any date range.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records: amount, method (UPI/Card/NetBanking/Wallet), transaction_ref, status. Linked 1:1 to bookings.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8036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BookingDetails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name, email, phone, passport, nationality, special requests — captured at booking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views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v_flights_available (seats left) and v_bookings_full (passenger + payment + contact join).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Lightweight, portable, dependency-light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173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11+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DRIVER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Connector/J 26.7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14173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 built-in HttpServer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· CSS3 · ES6+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0" y="29718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5176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STYLE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JSON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· FK · UNIQUE · CHECK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29718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CLOUD NODE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UI over the REST API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71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2743200" cy="73152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/ To / optional date. Only flights with open seats.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73152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registered passenger or add under Passengers.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371600"/>
            <a:ext cx="2743200" cy="73152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map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 grid; taken seats disabled via /api/seats.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9260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26080"/>
            <a:ext cx="2743200" cy="73152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complimentary choice stored as special request.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926080"/>
            <a:ext cx="2743200" cy="73152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confirm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+ UPI/Card/NetBanking/Wallet (demo).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29260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926080"/>
            <a:ext cx="2743200" cy="73152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5508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Flights, bookings, unbooked, top routes, airlines.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exposed by FlightServer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/api/flights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flights + availability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39112"/>
            <a:ext cx="8229600" cy="347472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84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/api/seats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seats for seat map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386584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432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/api/passengers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432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passengers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34056"/>
            <a:ext cx="8229600" cy="347472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/api/passengers/add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779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new passenger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081528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3127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/api/book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127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flight (seat + contact + pay)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474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/api/cancel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booking by ID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77647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822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20240" y="3822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/api/bookings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booking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123944"/>
            <a:ext cx="8229600" cy="347472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169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20240" y="4169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/api/top-flights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4169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by bookings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database &amp; key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flights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2k+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instances*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3258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bookings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Constraints reject negative capacity/price, duplicate flight numbers, invalid FKs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182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Booking API checks capacity and seat uniqueness before insert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5295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Extensions add Payments + BookingDetails when schema is applied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8770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Console app (InteractiveFlightBookingDB) mirrors web operations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PNR generated as CN + zero-padded booking_id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delivered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54864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109728" cy="685800"/>
          </a:xfrm>
          <a:prstGeom prst="rect">
            <a:avLst/>
          </a:prstGeom>
          <a:solidFill>
            <a:srgbClr val="5F7A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356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→ schema → constraints → schedules → views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109728" cy="685800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128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by 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enforced in MySQL and validated in the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109728" cy="685800"/>
          </a:xfrm>
          <a:prstGeom prst="rect">
            <a:avLst/>
          </a:prstGeom>
          <a:solidFill>
            <a:srgbClr val="5F7A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900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interfaces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246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(InteractiveFlightBookingDB) and web (Cloud Node)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109728" cy="685800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673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prototype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0233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seat map, book, cancel, live dashboard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NODE FLIGHT BOOKING  ·  MANIPAL UNIVERSITY JAIPUR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D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B37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User login &amp; role-based access (admin / passenger)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Multi-passenger bookings in one transaction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665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Real payment gateway integration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Email / SMS ticket confirmation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614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Analytics dashboard (revenue, popular routes)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Mobile-responsive progressive web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B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  ·  Punya Vasistha &amp; Anusha Bhalla  ·  Manipal University Jaipur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D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Krishna Kumar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Node — Flight Booking Management System</dc:title>
  <dc:subject>Project Report · Manipal University Jaipur</dc:subject>
  <dc:creator>Punya Vasistha &amp; Anusha Bhalla</dc:creator>
  <cp:lastModifiedBy>Punya Vasistha &amp; Anusha Bhalla</cp:lastModifiedBy>
  <cp:revision>1</cp:revision>
  <dcterms:created xsi:type="dcterms:W3CDTF">2026-10-25T21:19:17Z</dcterms:created>
  <dcterms:modified xsi:type="dcterms:W3CDTF">2026-10-25T21:19:17Z</dcterms:modified>
</cp:coreProperties>
</file>